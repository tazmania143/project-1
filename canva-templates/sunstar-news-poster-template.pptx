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753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(replace)" descr="pho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14630400"/>
          </a:xfrm>
          <a:prstGeom prst="rect">
            <a:avLst/>
          </a:prstGeom>
        </p:spPr>
      </p:pic>
      <p:pic>
        <p:nvPicPr>
          <p:cNvPr id="3" name="Shade overlay" descr="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753600" cy="14630400"/>
          </a:xfrm>
          <a:prstGeom prst="rect">
            <a:avLst/>
          </a:prstGeom>
        </p:spPr>
      </p:pic>
      <p:sp>
        <p:nvSpPr>
          <p:cNvPr id="4" name="Yellow side band"/>
          <p:cNvSpPr/>
          <p:nvPr/>
        </p:nvSpPr>
        <p:spPr>
          <a:xfrm>
            <a:off x="8048625" y="1666875"/>
            <a:ext cx="1704975" cy="5238750"/>
          </a:xfrm>
          <a:prstGeom prst="rect">
            <a:avLst/>
          </a:prstGeom>
          <a:solidFill>
            <a:srgbClr val="FFC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 badge"/>
          <p:cNvSpPr txBox="1"/>
          <p:nvPr/>
        </p:nvSpPr>
        <p:spPr>
          <a:xfrm>
            <a:off x="8429625" y="381000"/>
            <a:ext cx="1143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0" b="0">
                <a:solidFill>
                  <a:srgbClr val="FFCC1A"/>
                </a:solidFill>
                <a:latin typeface="Alfa Slab One"/>
              </a:rPr>
              <a:t>S</a:t>
            </a:r>
          </a:p>
        </p:txBody>
      </p:sp>
      <p:sp>
        <p:nvSpPr>
          <p:cNvPr id="6" name="Wordmark"/>
          <p:cNvSpPr txBox="1"/>
          <p:nvPr/>
        </p:nvSpPr>
        <p:spPr>
          <a:xfrm>
            <a:off x="571500" y="1714500"/>
            <a:ext cx="4000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FCC1A"/>
                </a:solidFill>
                <a:latin typeface="Alfa Slab One"/>
              </a:rPr>
              <a:t>SunStar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590550" y="25146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337">
                <a:solidFill>
                  <a:srgbClr val="D9D9D9"/>
                </a:solidFill>
                <a:latin typeface="Montserrat"/>
              </a:rPr>
              <a:t>CEBU. OUR STORIES.</a:t>
            </a:r>
          </a:p>
          <a:p>
            <a:pPr algn="l">
              <a:lnSpc>
                <a:spcPct val="125000"/>
              </a:lnSpc>
            </a:pPr>
            <a:r>
              <a:rPr sz="1200" b="0" spc="337">
                <a:solidFill>
                  <a:srgbClr val="D9D9D9"/>
                </a:solidFill>
                <a:latin typeface="Montserrat"/>
              </a:rPr>
              <a:t>OUR PEOPLE.</a:t>
            </a:r>
          </a:p>
        </p:txBody>
      </p:sp>
      <p:sp>
        <p:nvSpPr>
          <p:cNvPr id="8" name="Headline highlight (yellow)"/>
          <p:cNvSpPr txBox="1"/>
          <p:nvPr/>
        </p:nvSpPr>
        <p:spPr>
          <a:xfrm>
            <a:off x="571500" y="5143500"/>
            <a:ext cx="5334000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8100" b="0">
                <a:solidFill>
                  <a:srgbClr val="FFCC1A"/>
                </a:solidFill>
                <a:latin typeface="Anton"/>
              </a:rPr>
              <a:t>VP SARA,</a:t>
            </a:r>
          </a:p>
        </p:txBody>
      </p:sp>
      <p:sp>
        <p:nvSpPr>
          <p:cNvPr id="9" name="Headline body (white)"/>
          <p:cNvSpPr txBox="1"/>
          <p:nvPr/>
        </p:nvSpPr>
        <p:spPr>
          <a:xfrm>
            <a:off x="571500" y="6210300"/>
            <a:ext cx="5334000" cy="447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8100" b="0">
                <a:solidFill>
                  <a:srgbClr val="FFFFFF"/>
                </a:solidFill>
                <a:latin typeface="Anton"/>
              </a:rPr>
              <a:t>HUSBAND’S</a:t>
            </a:r>
          </a:p>
          <a:p>
            <a:pPr algn="l">
              <a:lnSpc>
                <a:spcPct val="85000"/>
              </a:lnSpc>
            </a:pPr>
            <a:r>
              <a:rPr sz="8100" b="0">
                <a:solidFill>
                  <a:srgbClr val="FFFFFF"/>
                </a:solidFill>
                <a:latin typeface="Anton"/>
              </a:rPr>
              <a:t>NET WORTH</a:t>
            </a:r>
          </a:p>
          <a:p>
            <a:pPr algn="l">
              <a:lnSpc>
                <a:spcPct val="85000"/>
              </a:lnSpc>
            </a:pPr>
            <a:r>
              <a:rPr sz="8100" b="0">
                <a:solidFill>
                  <a:srgbClr val="FFFFFF"/>
                </a:solidFill>
                <a:latin typeface="Anton"/>
              </a:rPr>
              <a:t>AT P98M</a:t>
            </a:r>
          </a:p>
          <a:p>
            <a:pPr algn="l">
              <a:lnSpc>
                <a:spcPct val="85000"/>
              </a:lnSpc>
            </a:pPr>
            <a:r>
              <a:rPr sz="8100" b="0">
                <a:solidFill>
                  <a:srgbClr val="FFFFFF"/>
                </a:solidFill>
                <a:latin typeface="Anton"/>
              </a:rPr>
              <a:t>IN 2025</a:t>
            </a:r>
          </a:p>
        </p:txBody>
      </p:sp>
      <p:sp>
        <p:nvSpPr>
          <p:cNvPr id="10" name="Yellow rule"/>
          <p:cNvSpPr/>
          <p:nvPr/>
        </p:nvSpPr>
        <p:spPr>
          <a:xfrm>
            <a:off x="571500" y="10687050"/>
            <a:ext cx="1143000" cy="95250"/>
          </a:xfrm>
          <a:prstGeom prst="rect">
            <a:avLst/>
          </a:prstGeom>
          <a:solidFill>
            <a:srgbClr val="FFC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ate"/>
          <p:cNvSpPr txBox="1"/>
          <p:nvPr/>
        </p:nvSpPr>
        <p:spPr>
          <a:xfrm>
            <a:off x="590550" y="1114425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spc="262">
                <a:solidFill>
                  <a:srgbClr val="FFFFFF"/>
                </a:solidFill>
                <a:latin typeface="Montserrat"/>
              </a:rPr>
              <a:t>SEPTEMBER 15, 2026</a:t>
            </a:r>
          </a:p>
        </p:txBody>
      </p:sp>
      <p:sp>
        <p:nvSpPr>
          <p:cNvPr id="12" name="Website URL"/>
          <p:cNvSpPr txBox="1"/>
          <p:nvPr/>
        </p:nvSpPr>
        <p:spPr>
          <a:xfrm>
            <a:off x="5467350" y="136398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 spc="112">
                <a:solidFill>
                  <a:srgbClr val="FFFFFF"/>
                </a:solidFill>
                <a:latin typeface="Montserrat"/>
              </a:rPr>
              <a:t>www.sunstar.com.ph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